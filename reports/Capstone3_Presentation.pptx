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dec6c2bc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dec6c2bc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dec6c2bc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dec6c2bc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dec6c2bc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dec6c2bc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dec6c2bc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dec6c2bc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dec6c2bc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dec6c2bc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dec6c2bc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dec6c2bc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dec6c2bc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dec6c2bc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dec6c2bc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dec6c2bc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dec6c2bc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dec6c2bc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dec6c2bc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dec6c2bc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dec6c2bcb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dec6c2bcb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388575"/>
            <a:ext cx="8520600" cy="12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Forecasting</a:t>
            </a:r>
            <a:r>
              <a:rPr lang="en" sz="2400"/>
              <a:t> Short-Term ICU Stress From State Hospital Data</a:t>
            </a:r>
            <a:endParaRPr sz="24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67550" y="1779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400">
                <a:solidFill>
                  <a:schemeClr val="dk1"/>
                </a:solidFill>
              </a:rPr>
              <a:t>Predicting ICU surges before they happen</a:t>
            </a:r>
            <a:endParaRPr i="1" sz="14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29200" y="3417950"/>
            <a:ext cx="8520600" cy="9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									</a:t>
            </a:r>
            <a:r>
              <a:rPr lang="en" sz="1000">
                <a:solidFill>
                  <a:schemeClr val="dk1"/>
                </a:solidFill>
              </a:rPr>
              <a:t>		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457200" lvl="0" marL="5029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Capstone 3 Final Presentation | Safari Gisa</a:t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Problem &amp; Motivation</a:t>
            </a:r>
            <a:endParaRPr sz="240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Unexpected ICU surges cause delayed admissions, staff burnout, and worse patient outcomes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ICU capacity strain is often recognized after it has materialized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No advance signal means missed opportunities for staffing adjustments, procedure rescheduling, and patient transfers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 1–7 day early warning shifts response from reactive to proactive, enabling action early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Goal</a:t>
            </a:r>
            <a:endParaRPr sz="240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Question: Will California's adult ICU system enter high stress within the next 1–7 days?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Data: HHS Protect, California state-level (June 2022 – 2024)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Time period: Post-Omicron regime (June 2023 – April 2024)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High stress: ICU utilization above the 85th percentile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1–7 day horizon: matches the lead time hospitals need to adjust staffing, reschedule procedures, and coordinate transfers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Scope</a:t>
            </a:r>
            <a:endParaRPr sz="24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Geography: California (state-level, aggregated across all hospitals)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 source: HHS Protect Public Data Hub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Stress definition: Adult ICU utilization exceeds the 85th percentile of its historical distribution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Data Overview</a:t>
            </a:r>
            <a:endParaRPr sz="24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3877975"/>
            <a:ext cx="85206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Respiratory signals peak before ICU utilization rises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This lead-lag pattern is what the model learns to detect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825" y="1180400"/>
            <a:ext cx="4931327" cy="25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Target Label &amp; Stress Definition</a:t>
            </a:r>
            <a:endParaRPr sz="2400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5459875" y="1152475"/>
            <a:ext cx="337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Target: Will ICU utilization exceed the 85th percentile in the next 1–7 days?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Label = 1 (stress ahead) or 0 (no stress)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27% of days preceded a stress event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Limitation: </a:t>
            </a:r>
            <a:r>
              <a:rPr lang="en" sz="1200">
                <a:solidFill>
                  <a:schemeClr val="dk1"/>
                </a:solidFill>
              </a:rPr>
              <a:t>Only 2 stress episodes in the evaluation window(June 2023 - 2024)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129" y="1234050"/>
            <a:ext cx="5073876" cy="314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Modeling Approach</a:t>
            </a:r>
            <a:endParaRPr sz="240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Baseline: A simple rule that flags risk only after ICU utilization has already been elevated(the current reactive paradigm)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Model v1: Uses respiratory admission and hospitalization trends to anticipate ICU stress before it materializes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Model v2: Builds on v1 by incorporating trend momentum and smoothed demand patterns to capture compounding pressure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ICU Stress - Results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2747400"/>
            <a:ext cx="8520600" cy="19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Baseline: reactive, misses 1 in 4 surges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Model v1: catches nearly all surges, fewest false alarms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Model v2: zero missed surges, slightly more false alarms than v1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Both models detect stress before it happens, not after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700" y="1205228"/>
            <a:ext cx="5952674" cy="131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How Much Advance Notice?</a:t>
            </a:r>
            <a:endParaRPr sz="2400"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3138200"/>
            <a:ext cx="85206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Baseline detected one surge the same day it began, too late to act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Model v1 provided the most advance warning at 4.5 days on average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Both models raise alerts days before ICU utilization crosses the stress threshold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175" y="1248800"/>
            <a:ext cx="5209774" cy="1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Limitations</a:t>
            </a:r>
            <a:endParaRPr sz="2400"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2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Only two stress episodes in the evaluation window. 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Results are based on a small number of events; performance may differ in future seasons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State-level data only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ICU stress is a facility-level problem; statewide averages may mask localized surges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Single seasonal cycle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The model has been tested over ~11 months; multi-year validation is needed before operational deployment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Fixed stress threshold, different thresholds would change results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Respiratory signals only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ICU stress driven by non-respiratory causes (trauma, surgical volume, heat events) would not be detected by this model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Recommendations</a:t>
            </a:r>
            <a:endParaRPr sz="2400"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Adopt Model v1 (respiratory signals only) as the primary early-warning tool It It has the most reliable balance of detection and lead time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Run prospectively through at least one more winter season before operational reliance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Extend to regional or facility-level data to capture localized surges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Add interpretability so clinicians can see why an alert fired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Simulate intervention policies 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Does acting on an early alert actually improve outcomes?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Executive Summary</a:t>
            </a:r>
            <a:endParaRPr sz="2400"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Respiratory admissions data, collected daily, can predict ICU stress 4–5 days before it materializes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That lead time turns a reactive scramble into a planned response: staffing, transfers, and equipment staged ahead of demand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The system has clear boundaries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Respiratory-driven stress only, tested on one state and one seasonal cycle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